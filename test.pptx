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0"/>
            <a:ext cx="612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LAPORAN WORK ORDER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